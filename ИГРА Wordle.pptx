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60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5" d="100"/>
          <a:sy n="105" d="100"/>
        </p:scale>
        <p:origin x="834" y="9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Титульны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1154955" y="1447800"/>
            <a:ext cx="8825658" cy="3329581"/>
          </a:xfrm>
        </p:spPr>
        <p:txBody>
          <a:bodyPr anchor="b"/>
          <a:lstStyle>
            <a:lvl1pPr>
              <a:defRPr sz="7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154955" y="4777380"/>
            <a:ext cx="8825658" cy="861420"/>
          </a:xfrm>
        </p:spPr>
        <p:txBody>
          <a:bodyPr anchor="t"/>
          <a:lstStyle>
            <a:lvl1pPr marL="0" indent="0" algn="l">
              <a:buNone/>
              <a:defRPr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ru-RU"/>
              <a:t>Образец подзаголовка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5E7B9-10CD-4112-8A1C-CE3260C1C447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66BD2-4DD0-4910-8973-552CEA756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013965504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Заголовок и объек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5E7B9-10CD-4112-8A1C-CE3260C1C447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66BD2-4DD0-4910-8973-552CEA756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92838733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Заголовок раздел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2861733"/>
            <a:ext cx="8825657" cy="1915647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5" y="4777381"/>
            <a:ext cx="8825658" cy="860400"/>
          </a:xfrm>
        </p:spPr>
        <p:txBody>
          <a:bodyPr anchor="t"/>
          <a:lstStyle>
            <a:lvl1pPr marL="0" indent="0" algn="l">
              <a:buNone/>
              <a:defRPr sz="2000" cap="all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5E7B9-10CD-4112-8A1C-CE3260C1C447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66BD2-4DD0-4910-8973-552CEA756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70898028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Два объекта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103312" y="2060575"/>
            <a:ext cx="4396339" cy="4195763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5654493" y="2056092"/>
            <a:ext cx="4396341" cy="4200245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5E7B9-10CD-4112-8A1C-CE3260C1C447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66BD2-4DD0-4910-8973-552CEA756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1855088449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Сравнение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3" y="1905000"/>
            <a:ext cx="4396338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103312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5654495" y="1905000"/>
            <a:ext cx="4396339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5654495" y="2514600"/>
            <a:ext cx="4396339" cy="3741738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5E7B9-10CD-4112-8A1C-CE3260C1C447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66BD2-4DD0-4910-8973-552CEA756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65778087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Только заголовок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7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5E7B9-10CD-4112-8A1C-CE3260C1C447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5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66BD2-4DD0-4910-8973-552CEA756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65808214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Пустой слай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5E7B9-10CD-4112-8A1C-CE3260C1C447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5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66BD2-4DD0-4910-8973-552CEA756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06254767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Объект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3" y="1447800"/>
            <a:ext cx="3401064" cy="1447800"/>
          </a:xfrm>
        </p:spPr>
        <p:txBody>
          <a:bodyPr anchor="b"/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4784616" y="1447800"/>
            <a:ext cx="5195997" cy="4572000"/>
          </a:xfrm>
        </p:spPr>
        <p:txBody>
          <a:bodyPr anchor="ctr">
            <a:normAutofit/>
          </a:bodyPr>
          <a:lstStyle>
            <a:lvl1pPr>
              <a:defRPr sz="2000"/>
            </a:lvl1pPr>
            <a:lvl2pPr>
              <a:defRPr sz="1800"/>
            </a:lvl2pPr>
            <a:lvl3pPr>
              <a:defRPr sz="1600"/>
            </a:lvl3pPr>
            <a:lvl4pPr>
              <a:defRPr sz="1400"/>
            </a:lvl4pPr>
            <a:lvl5pPr>
              <a:defRPr sz="1400"/>
            </a:lvl5pPr>
            <a:lvl6pPr>
              <a:defRPr sz="1400"/>
            </a:lvl6pPr>
            <a:lvl7pPr>
              <a:defRPr sz="1400"/>
            </a:lvl7pPr>
            <a:lvl8pPr>
              <a:defRPr sz="1400"/>
            </a:lvl8pPr>
            <a:lvl9pPr>
              <a:defRPr sz="1400"/>
            </a:lvl9pPr>
          </a:lstStyle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3" y="3129280"/>
            <a:ext cx="3401063" cy="2895599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7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5E7B9-10CD-4112-8A1C-CE3260C1C447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5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66BD2-4DD0-4910-8973-552CEA756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10860682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Рисунок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3907" y="1854192"/>
            <a:ext cx="5092906" cy="1574808"/>
          </a:xfrm>
        </p:spPr>
        <p:txBody>
          <a:bodyPr anchor="b">
            <a:normAutofit/>
          </a:bodyPr>
          <a:lstStyle>
            <a:lvl1pPr algn="l">
              <a:defRPr sz="36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6949546" y="1143000"/>
            <a:ext cx="3200400" cy="4572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5084979" cy="1371600"/>
          </a:xfrm>
        </p:spPr>
        <p:txBody>
          <a:bodyPr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5E7B9-10CD-4112-8A1C-CE3260C1C447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66BD2-4DD0-4910-8973-552CEA756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3951340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Панорамная фотография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6" y="4800587"/>
            <a:ext cx="8825657" cy="566738"/>
          </a:xfrm>
        </p:spPr>
        <p:txBody>
          <a:bodyPr anchor="b">
            <a:normAutofit/>
          </a:bodyPr>
          <a:lstStyle>
            <a:lvl1pPr algn="l">
              <a:defRPr sz="2400" b="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1154955" y="685800"/>
            <a:ext cx="8825658" cy="3640666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6" y="5367325"/>
            <a:ext cx="8825656" cy="493712"/>
          </a:xfrm>
        </p:spPr>
        <p:txBody>
          <a:bodyPr>
            <a:normAutofit/>
          </a:bodyPr>
          <a:lstStyle>
            <a:lvl1pPr marL="0" indent="0">
              <a:buNone/>
              <a:defRPr sz="12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5E7B9-10CD-4112-8A1C-CE3260C1C447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66BD2-4DD0-4910-8973-552CEA756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482475953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Заголовок и подпис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1447800"/>
            <a:ext cx="8825659" cy="1981200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8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3657600"/>
            <a:ext cx="8825659" cy="23622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5E7B9-10CD-4112-8A1C-CE3260C1C447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66BD2-4DD0-4910-8973-552CEA756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988007277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Цитата с подписью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574801" y="1447800"/>
            <a:ext cx="7999315" cy="2323374"/>
          </a:xfrm>
        </p:spPr>
        <p:txBody>
          <a:bodyPr/>
          <a:lstStyle>
            <a:lvl1pPr>
              <a:defRPr sz="48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11" name="Text Placeholder 3"/>
          <p:cNvSpPr>
            <a:spLocks noGrp="1"/>
          </p:cNvSpPr>
          <p:nvPr>
            <p:ph type="body" sz="half" idx="14"/>
          </p:nvPr>
        </p:nvSpPr>
        <p:spPr>
          <a:xfrm>
            <a:off x="1930400" y="3771174"/>
            <a:ext cx="7279649" cy="342174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b="0" i="0" kern="1200" cap="small" dirty="0">
                <a:solidFill>
                  <a:schemeClr val="bg2">
                    <a:lumMod val="40000"/>
                    <a:lumOff val="60000"/>
                  </a:schemeClr>
                </a:solidFill>
                <a:latin typeface="+mj-lt"/>
                <a:ea typeface="+mj-ea"/>
                <a:cs typeface="+mj-cs"/>
              </a:defRPr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marL="0" lvl="0" indent="0">
              <a:buNone/>
            </a:pPr>
            <a:r>
              <a:rPr lang="ru-RU"/>
              <a:t>Образец текста</a:t>
            </a:r>
          </a:p>
        </p:txBody>
      </p:sp>
      <p:sp>
        <p:nvSpPr>
          <p:cNvPr id="10" name="Text Placeholder 3"/>
          <p:cNvSpPr>
            <a:spLocks noGrp="1"/>
          </p:cNvSpPr>
          <p:nvPr>
            <p:ph type="body" sz="half" idx="2"/>
          </p:nvPr>
        </p:nvSpPr>
        <p:spPr>
          <a:xfrm>
            <a:off x="1154954" y="4350657"/>
            <a:ext cx="8825659" cy="1676400"/>
          </a:xfrm>
        </p:spPr>
        <p:txBody>
          <a:bodyPr anchor="ctr">
            <a:normAutofit/>
          </a:bodyPr>
          <a:lstStyle>
            <a:lvl1pPr marL="0" indent="0">
              <a:buNone/>
              <a:defRPr sz="18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5E7B9-10CD-4112-8A1C-CE3260C1C447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66BD2-4DD0-4910-8973-552CEA756E4D}" type="slidenum">
              <a:rPr lang="ru-RU" smtClean="0"/>
              <a:t>‹#›</a:t>
            </a:fld>
            <a:endParaRPr lang="ru-RU"/>
          </a:p>
        </p:txBody>
      </p:sp>
      <p:sp>
        <p:nvSpPr>
          <p:cNvPr id="12" name="TextBox 11"/>
          <p:cNvSpPr txBox="1"/>
          <p:nvPr/>
        </p:nvSpPr>
        <p:spPr>
          <a:xfrm>
            <a:off x="898295" y="971253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“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330490" y="2613787"/>
            <a:ext cx="801912" cy="1969770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>
            <a:defPPr>
              <a:defRPr lang="en-US"/>
            </a:defPPr>
            <a:lvl1pPr algn="r">
              <a:defRPr sz="12200" b="0" i="0">
                <a:solidFill>
                  <a:schemeClr val="bg2">
                    <a:lumMod val="40000"/>
                    <a:lumOff val="60000"/>
                  </a:schemeClr>
                </a:solidFill>
                <a:latin typeface="Arial"/>
                <a:ea typeface="+mj-ea"/>
                <a:cs typeface="+mj-cs"/>
              </a:defRPr>
            </a:lvl1pPr>
          </a:lstStyle>
          <a:p>
            <a:pPr lvl="0"/>
            <a:r>
              <a:rPr lang="en-US" dirty="0"/>
              <a:t>”</a:t>
            </a:r>
          </a:p>
        </p:txBody>
      </p:sp>
    </p:spTree>
    <p:extLst>
      <p:ext uri="{BB962C8B-B14F-4D97-AF65-F5344CB8AC3E}">
        <p14:creationId xmlns:p14="http://schemas.microsoft.com/office/powerpoint/2010/main" val="2912322567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Карточка имен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154954" y="3124201"/>
            <a:ext cx="8825660" cy="1653180"/>
          </a:xfrm>
        </p:spPr>
        <p:txBody>
          <a:bodyPr anchor="b"/>
          <a:lstStyle>
            <a:lvl1pPr algn="l">
              <a:defRPr sz="4000" b="0" cap="none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54954" y="4777381"/>
            <a:ext cx="8825659" cy="860400"/>
          </a:xfrm>
        </p:spPr>
        <p:txBody>
          <a:bodyPr anchor="t"/>
          <a:lstStyle>
            <a:lvl1pPr marL="0" indent="0" algn="l">
              <a:buNone/>
              <a:defRPr sz="2000" cap="none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5E7B9-10CD-4112-8A1C-CE3260C1C447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66BD2-4DD0-4910-8973-552CEA756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2333315901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Три колонк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32947" y="1981200"/>
            <a:ext cx="2946866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6" name="Text Placeholder 3"/>
          <p:cNvSpPr>
            <a:spLocks noGrp="1"/>
          </p:cNvSpPr>
          <p:nvPr>
            <p:ph type="body" sz="half" idx="15"/>
          </p:nvPr>
        </p:nvSpPr>
        <p:spPr>
          <a:xfrm>
            <a:off x="652463" y="2667000"/>
            <a:ext cx="2927350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3659" y="1981200"/>
            <a:ext cx="2936241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9" name="Text Placeholder 3"/>
          <p:cNvSpPr>
            <a:spLocks noGrp="1"/>
          </p:cNvSpPr>
          <p:nvPr>
            <p:ph type="body" sz="half" idx="16"/>
          </p:nvPr>
        </p:nvSpPr>
        <p:spPr>
          <a:xfrm>
            <a:off x="3873106" y="2667000"/>
            <a:ext cx="2946794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1981200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0" name="Text Placeholder 3"/>
          <p:cNvSpPr>
            <a:spLocks noGrp="1"/>
          </p:cNvSpPr>
          <p:nvPr>
            <p:ph type="body" sz="half" idx="17"/>
          </p:nvPr>
        </p:nvSpPr>
        <p:spPr>
          <a:xfrm>
            <a:off x="7124700" y="2667000"/>
            <a:ext cx="2932113" cy="3589338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7" name="Straight Connector 16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Straight Connector 17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5E7B9-10CD-4112-8A1C-CE3260C1C447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66BD2-4DD0-4910-8973-552CEA756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2398087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Столбец с тремя рисунками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sz="4200"/>
            </a:lvl1pPr>
          </a:lstStyle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652463" y="4250949"/>
            <a:ext cx="2940050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29" name="Picture Placeholder 2"/>
          <p:cNvSpPr>
            <a:spLocks noGrp="1" noChangeAspect="1"/>
          </p:cNvSpPr>
          <p:nvPr>
            <p:ph type="pic" idx="15"/>
          </p:nvPr>
        </p:nvSpPr>
        <p:spPr>
          <a:xfrm>
            <a:off x="652463" y="2209800"/>
            <a:ext cx="2940050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2" name="Text Placeholder 3"/>
          <p:cNvSpPr>
            <a:spLocks noGrp="1"/>
          </p:cNvSpPr>
          <p:nvPr>
            <p:ph type="body" sz="half" idx="18"/>
          </p:nvPr>
        </p:nvSpPr>
        <p:spPr>
          <a:xfrm>
            <a:off x="652463" y="4827211"/>
            <a:ext cx="2940050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3889375" y="4250949"/>
            <a:ext cx="2930525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0" name="Picture Placeholder 2"/>
          <p:cNvSpPr>
            <a:spLocks noGrp="1" noChangeAspect="1"/>
          </p:cNvSpPr>
          <p:nvPr>
            <p:ph type="pic" idx="21"/>
          </p:nvPr>
        </p:nvSpPr>
        <p:spPr>
          <a:xfrm>
            <a:off x="3889374" y="2209800"/>
            <a:ext cx="2930525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3" name="Text Placeholder 3"/>
          <p:cNvSpPr>
            <a:spLocks noGrp="1"/>
          </p:cNvSpPr>
          <p:nvPr>
            <p:ph type="body" sz="half" idx="19"/>
          </p:nvPr>
        </p:nvSpPr>
        <p:spPr>
          <a:xfrm>
            <a:off x="3888022" y="4827210"/>
            <a:ext cx="2934406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14" name="Text Placeholder 4"/>
          <p:cNvSpPr>
            <a:spLocks noGrp="1"/>
          </p:cNvSpPr>
          <p:nvPr>
            <p:ph type="body" sz="quarter" idx="13"/>
          </p:nvPr>
        </p:nvSpPr>
        <p:spPr>
          <a:xfrm>
            <a:off x="7124700" y="4250949"/>
            <a:ext cx="2932113" cy="576262"/>
          </a:xfrm>
        </p:spPr>
        <p:txBody>
          <a:bodyPr anchor="b">
            <a:noAutofit/>
          </a:bodyPr>
          <a:lstStyle>
            <a:lvl1pPr marL="0" indent="0">
              <a:buNone/>
              <a:defRPr sz="2400" b="0">
                <a:solidFill>
                  <a:schemeClr val="bg2">
                    <a:lumMod val="40000"/>
                    <a:lumOff val="60000"/>
                  </a:schemeClr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sp>
        <p:nvSpPr>
          <p:cNvPr id="31" name="Picture Placeholder 2"/>
          <p:cNvSpPr>
            <a:spLocks noGrp="1" noChangeAspect="1"/>
          </p:cNvSpPr>
          <p:nvPr>
            <p:ph type="pic" idx="22"/>
          </p:nvPr>
        </p:nvSpPr>
        <p:spPr>
          <a:xfrm>
            <a:off x="7124699" y="2209800"/>
            <a:ext cx="2932113" cy="1524000"/>
          </a:xfrm>
          <a:prstGeom prst="roundRect">
            <a:avLst>
              <a:gd name="adj" fmla="val 1858"/>
            </a:avLst>
          </a:prstGeom>
          <a:effectLst>
            <a:outerShdw blurRad="50800" dist="50800" dir="5400000" algn="tl" rotWithShape="0">
              <a:srgbClr val="000000">
                <a:alpha val="43000"/>
              </a:srgbClr>
            </a:outerShdw>
          </a:effectLst>
        </p:spPr>
        <p:txBody>
          <a:bodyPr anchor="t">
            <a:normAutofit/>
          </a:bodyPr>
          <a:lstStyle>
            <a:lvl1pPr marL="0" indent="0" algn="ctr">
              <a:buNone/>
              <a:defRPr sz="1600"/>
            </a:lvl1pPr>
            <a:lvl2pPr marL="457200" indent="0">
              <a:buNone/>
              <a:defRPr sz="1600"/>
            </a:lvl2pPr>
            <a:lvl3pPr marL="914400" indent="0">
              <a:buNone/>
              <a:defRPr sz="1600"/>
            </a:lvl3pPr>
            <a:lvl4pPr marL="1371600" indent="0">
              <a:buNone/>
              <a:defRPr sz="1600"/>
            </a:lvl4pPr>
            <a:lvl5pPr marL="1828800" indent="0">
              <a:buNone/>
              <a:defRPr sz="1600"/>
            </a:lvl5pPr>
            <a:lvl6pPr marL="2286000" indent="0">
              <a:buNone/>
              <a:defRPr sz="1600"/>
            </a:lvl6pPr>
            <a:lvl7pPr marL="2743200" indent="0">
              <a:buNone/>
              <a:defRPr sz="1600"/>
            </a:lvl7pPr>
            <a:lvl8pPr marL="3200400" indent="0">
              <a:buNone/>
              <a:defRPr sz="1600"/>
            </a:lvl8pPr>
            <a:lvl9pPr marL="3657600" indent="0">
              <a:buNone/>
              <a:defRPr sz="1600"/>
            </a:lvl9pPr>
          </a:lstStyle>
          <a:p>
            <a:r>
              <a:rPr lang="ru-RU"/>
              <a:t>Вставка рисунка</a:t>
            </a:r>
            <a:endParaRPr lang="en-US" dirty="0"/>
          </a:p>
        </p:txBody>
      </p:sp>
      <p:sp>
        <p:nvSpPr>
          <p:cNvPr id="24" name="Text Placeholder 3"/>
          <p:cNvSpPr>
            <a:spLocks noGrp="1"/>
          </p:cNvSpPr>
          <p:nvPr>
            <p:ph type="body" sz="half" idx="20"/>
          </p:nvPr>
        </p:nvSpPr>
        <p:spPr>
          <a:xfrm>
            <a:off x="7124575" y="4827208"/>
            <a:ext cx="2935997" cy="659189"/>
          </a:xfrm>
        </p:spPr>
        <p:txBody>
          <a:bodyPr anchor="t">
            <a:normAutofit/>
          </a:bodyPr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ru-RU"/>
              <a:t>Образец текста</a:t>
            </a:r>
          </a:p>
        </p:txBody>
      </p:sp>
      <p:cxnSp>
        <p:nvCxnSpPr>
          <p:cNvPr id="19" name="Straight Connector 18"/>
          <p:cNvCxnSpPr/>
          <p:nvPr/>
        </p:nvCxnSpPr>
        <p:spPr>
          <a:xfrm>
            <a:off x="3726142" y="2133600"/>
            <a:ext cx="0" cy="3962400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Straight Connector 19"/>
          <p:cNvCxnSpPr/>
          <p:nvPr/>
        </p:nvCxnSpPr>
        <p:spPr>
          <a:xfrm>
            <a:off x="6962227" y="2133600"/>
            <a:ext cx="0" cy="3966882"/>
          </a:xfrm>
          <a:prstGeom prst="line">
            <a:avLst/>
          </a:prstGeom>
          <a:ln w="12700" cmpd="sng">
            <a:solidFill>
              <a:schemeClr val="bg2">
                <a:lumMod val="40000"/>
                <a:lumOff val="60000"/>
                <a:alpha val="40000"/>
              </a:schemeClr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5E7B9-10CD-4112-8A1C-CE3260C1C447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4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66BD2-4DD0-4910-8973-552CEA756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675629884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Заголовок и вертикальный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 anchor="t" anchorCtr="0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5E7B9-10CD-4112-8A1C-CE3260C1C447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66BD2-4DD0-4910-8973-552CEA756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47177937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Вертикальный заголовок и текст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8304212" y="430213"/>
            <a:ext cx="1752601" cy="5826125"/>
          </a:xfrm>
        </p:spPr>
        <p:txBody>
          <a:bodyPr vert="eaVert" anchor="b" anchorCtr="0"/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652463" y="887414"/>
            <a:ext cx="7423149" cy="5368924"/>
          </a:xfrm>
        </p:spPr>
        <p:txBody>
          <a:bodyPr vert="eaVert"/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855E7B9-10CD-4112-8A1C-CE3260C1C447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3966BD2-4DD0-4910-8973-552CEA756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58478550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21" Type="http://schemas.openxmlformats.org/officeDocument/2006/relationships/image" Target="../media/image4.png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image" Target="../media/image3.pn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10" Type="http://schemas.openxmlformats.org/officeDocument/2006/relationships/slideLayout" Target="../slideLayouts/slideLayout10.xml"/><Relationship Id="rId19" Type="http://schemas.openxmlformats.org/officeDocument/2006/relationships/image" Target="../media/image2.png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image" Target="../media/image5.pn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3">
        <a:schemeClr val="bg2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8" name="Picture 7"/>
          <p:cNvPicPr>
            <a:picLocks noChangeAspect="1"/>
          </p:cNvPicPr>
          <p:nvPr/>
        </p:nvPicPr>
        <p:blipFill rotWithShape="1">
          <a:blip r:embed="rId1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613"/>
          <a:stretch/>
        </p:blipFill>
        <p:spPr>
          <a:xfrm>
            <a:off x="0" y="2669685"/>
            <a:ext cx="4037012" cy="4188315"/>
          </a:xfrm>
          <a:prstGeom prst="rect">
            <a:avLst/>
          </a:prstGeom>
        </p:spPr>
      </p:pic>
      <p:pic>
        <p:nvPicPr>
          <p:cNvPr id="7" name="Picture 6"/>
          <p:cNvPicPr>
            <a:picLocks noChangeAspect="1"/>
          </p:cNvPicPr>
          <p:nvPr/>
        </p:nvPicPr>
        <p:blipFill rotWithShape="1">
          <a:blip r:embed="rId20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35640"/>
          <a:stretch/>
        </p:blipFill>
        <p:spPr>
          <a:xfrm>
            <a:off x="0" y="2892347"/>
            <a:ext cx="1522412" cy="2365453"/>
          </a:xfrm>
          <a:prstGeom prst="rect">
            <a:avLst/>
          </a:prstGeom>
        </p:spPr>
      </p:pic>
      <p:sp>
        <p:nvSpPr>
          <p:cNvPr id="16" name="Oval 15"/>
          <p:cNvSpPr/>
          <p:nvPr/>
        </p:nvSpPr>
        <p:spPr>
          <a:xfrm>
            <a:off x="8609012" y="1676400"/>
            <a:ext cx="2819400" cy="2819400"/>
          </a:xfrm>
          <a:prstGeom prst="ellipse">
            <a:avLst/>
          </a:prstGeom>
          <a:gradFill flip="none" rotWithShape="1">
            <a:gsLst>
              <a:gs pos="0">
                <a:schemeClr val="bg2">
                  <a:lumMod val="60000"/>
                  <a:lumOff val="40000"/>
                  <a:alpha val="7000"/>
                </a:schemeClr>
              </a:gs>
              <a:gs pos="69000">
                <a:schemeClr val="bg2">
                  <a:lumMod val="60000"/>
                  <a:lumOff val="40000"/>
                  <a:alpha val="0"/>
                </a:schemeClr>
              </a:gs>
              <a:gs pos="36000">
                <a:schemeClr val="bg2">
                  <a:lumMod val="60000"/>
                  <a:lumOff val="40000"/>
                  <a:alpha val="6000"/>
                </a:schemeClr>
              </a:gs>
            </a:gsLst>
            <a:path path="circle">
              <a:fillToRect l="50000" t="50000" r="50000" b="50000"/>
            </a:path>
            <a:tileRect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pic>
        <p:nvPicPr>
          <p:cNvPr id="9" name="Picture 8"/>
          <p:cNvPicPr>
            <a:picLocks noChangeAspect="1"/>
          </p:cNvPicPr>
          <p:nvPr/>
        </p:nvPicPr>
        <p:blipFill rotWithShape="1">
          <a:blip r:embed="rId2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28813"/>
          <a:stretch/>
        </p:blipFill>
        <p:spPr>
          <a:xfrm>
            <a:off x="7999412" y="0"/>
            <a:ext cx="1603387" cy="1141407"/>
          </a:xfrm>
          <a:prstGeom prst="rect">
            <a:avLst/>
          </a:prstGeom>
        </p:spPr>
      </p:pic>
      <p:pic>
        <p:nvPicPr>
          <p:cNvPr id="10" name="Picture 9"/>
          <p:cNvPicPr>
            <a:picLocks noChangeAspect="1"/>
          </p:cNvPicPr>
          <p:nvPr/>
        </p:nvPicPr>
        <p:blipFill rotWithShape="1">
          <a:blip r:embed="rId2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23320"/>
          <a:stretch/>
        </p:blipFill>
        <p:spPr>
          <a:xfrm>
            <a:off x="8605878" y="6096000"/>
            <a:ext cx="993734" cy="762000"/>
          </a:xfrm>
          <a:prstGeom prst="rect">
            <a:avLst/>
          </a:prstGeom>
        </p:spPr>
      </p:pic>
      <p:sp>
        <p:nvSpPr>
          <p:cNvPr id="14" name="Rectangle 13"/>
          <p:cNvSpPr/>
          <p:nvPr/>
        </p:nvSpPr>
        <p:spPr>
          <a:xfrm>
            <a:off x="10437812" y="0"/>
            <a:ext cx="685800" cy="11430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</p:sp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646111" y="452718"/>
            <a:ext cx="9404723" cy="1400530"/>
          </a:xfrm>
          <a:prstGeom prst="rect">
            <a:avLst/>
          </a:prstGeom>
        </p:spPr>
        <p:txBody>
          <a:bodyPr vert="horz" lIns="91440" tIns="45720" rIns="91440" bIns="45720" rtlCol="0" anchor="t">
            <a:noAutofit/>
          </a:bodyPr>
          <a:lstStyle/>
          <a:p>
            <a:r>
              <a:rPr lang="ru-RU"/>
              <a:t>Образец заголовка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103312" y="2052918"/>
            <a:ext cx="8946541" cy="4195481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ru-RU"/>
              <a:t>Образец текста</a:t>
            </a:r>
          </a:p>
          <a:p>
            <a:pPr lvl="1"/>
            <a:r>
              <a:rPr lang="ru-RU"/>
              <a:t>Второй уровень</a:t>
            </a:r>
          </a:p>
          <a:p>
            <a:pPr lvl="2"/>
            <a:r>
              <a:rPr lang="ru-RU"/>
              <a:t>Третий уровень</a:t>
            </a:r>
          </a:p>
          <a:p>
            <a:pPr lvl="3"/>
            <a:r>
              <a:rPr lang="ru-RU"/>
              <a:t>Четвертый уровень</a:t>
            </a:r>
          </a:p>
          <a:p>
            <a:pPr lvl="4"/>
            <a:r>
              <a:rPr lang="ru-RU"/>
              <a:t>Пятый уровень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 rot="5400000">
            <a:off x="10155639" y="1790701"/>
            <a:ext cx="990599" cy="304799"/>
          </a:xfrm>
          <a:prstGeom prst="rect">
            <a:avLst/>
          </a:prstGeom>
        </p:spPr>
        <p:txBody>
          <a:bodyPr vert="horz" lIns="91440" tIns="45720" rIns="91440" bIns="45720" rtlCol="0" anchor="t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fld id="{B855E7B9-10CD-4112-8A1C-CE3260C1C447}" type="datetimeFigureOut">
              <a:rPr lang="ru-RU" smtClean="0"/>
              <a:t>24.11.2025</a:t>
            </a:fld>
            <a:endParaRPr lang="ru-RU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 rot="5400000">
            <a:off x="8951573" y="3225297"/>
            <a:ext cx="3859795" cy="304801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100" b="0" i="0">
                <a:solidFill>
                  <a:schemeClr val="tx1">
                    <a:tint val="75000"/>
                    <a:alpha val="60000"/>
                  </a:schemeClr>
                </a:solidFill>
              </a:defRPr>
            </a:lvl1pPr>
          </a:lstStyle>
          <a:p>
            <a:endParaRPr lang="ru-RU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 bwMode="gray">
          <a:xfrm>
            <a:off x="10352540" y="295729"/>
            <a:ext cx="838199" cy="7676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ctr">
              <a:defRPr sz="2800" b="0" i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03966BD2-4DD0-4910-8973-552CEA756E4D}" type="slidenum">
              <a:rPr lang="ru-RU" smtClean="0"/>
              <a:t>‹#›</a:t>
            </a:fld>
            <a:endParaRPr lang="ru-RU"/>
          </a:p>
        </p:txBody>
      </p:sp>
    </p:spTree>
    <p:extLst>
      <p:ext uri="{BB962C8B-B14F-4D97-AF65-F5344CB8AC3E}">
        <p14:creationId xmlns:p14="http://schemas.microsoft.com/office/powerpoint/2010/main" val="3573011574"/>
      </p:ext>
    </p:extLst>
  </p:cSld>
  <p:clrMap bg1="dk1" tx1="lt1" bg2="dk2" tx2="lt2" accent1="accent1" accent2="accent2" accent3="accent3" accent4="accent4" accent5="accent5" accent6="accent6" hlink="hlink" folHlink="folHlink"/>
  <p:sldLayoutIdLst>
    <p:sldLayoutId id="2147483661" r:id="rId1"/>
    <p:sldLayoutId id="2147483662" r:id="rId2"/>
    <p:sldLayoutId id="2147483663" r:id="rId3"/>
    <p:sldLayoutId id="2147483664" r:id="rId4"/>
    <p:sldLayoutId id="2147483665" r:id="rId5"/>
    <p:sldLayoutId id="2147483666" r:id="rId6"/>
    <p:sldLayoutId id="2147483667" r:id="rId7"/>
    <p:sldLayoutId id="2147483668" r:id="rId8"/>
    <p:sldLayoutId id="2147483669" r:id="rId9"/>
    <p:sldLayoutId id="2147483670" r:id="rId10"/>
    <p:sldLayoutId id="2147483671" r:id="rId11"/>
    <p:sldLayoutId id="2147483672" r:id="rId12"/>
    <p:sldLayoutId id="2147483673" r:id="rId13"/>
    <p:sldLayoutId id="2147483674" r:id="rId14"/>
    <p:sldLayoutId id="2147483675" r:id="rId15"/>
    <p:sldLayoutId id="2147483676" r:id="rId16"/>
    <p:sldLayoutId id="2147483677" r:id="rId17"/>
  </p:sldLayoutIdLst>
  <p:txStyles>
    <p:titleStyle>
      <a:lvl1pPr algn="l" defTabSz="457200" rtl="0" eaLnBrk="1" latinLnBrk="0" hangingPunct="1">
        <a:spcBef>
          <a:spcPct val="0"/>
        </a:spcBef>
        <a:buNone/>
        <a:defRPr sz="4200" b="0" i="0" kern="1200">
          <a:solidFill>
            <a:schemeClr val="tx2"/>
          </a:solidFill>
          <a:latin typeface="+mj-lt"/>
          <a:ea typeface="+mj-ea"/>
          <a:cs typeface="+mj-cs"/>
        </a:defRPr>
      </a:lvl1pPr>
      <a:lvl2pPr eaLnBrk="1" hangingPunct="1">
        <a:defRPr>
          <a:solidFill>
            <a:schemeClr val="tx2"/>
          </a:solidFill>
        </a:defRPr>
      </a:lvl2pPr>
      <a:lvl3pPr eaLnBrk="1" hangingPunct="1">
        <a:defRPr>
          <a:solidFill>
            <a:schemeClr val="tx2"/>
          </a:solidFill>
        </a:defRPr>
      </a:lvl3pPr>
      <a:lvl4pPr eaLnBrk="1" hangingPunct="1">
        <a:defRPr>
          <a:solidFill>
            <a:schemeClr val="tx2"/>
          </a:solidFill>
        </a:defRPr>
      </a:lvl4pPr>
      <a:lvl5pPr eaLnBrk="1" hangingPunct="1">
        <a:defRPr>
          <a:solidFill>
            <a:schemeClr val="tx2"/>
          </a:solidFill>
        </a:defRPr>
      </a:lvl5pPr>
      <a:lvl6pPr eaLnBrk="1" hangingPunct="1">
        <a:defRPr>
          <a:solidFill>
            <a:schemeClr val="tx2"/>
          </a:solidFill>
        </a:defRPr>
      </a:lvl6pPr>
      <a:lvl7pPr eaLnBrk="1" hangingPunct="1">
        <a:defRPr>
          <a:solidFill>
            <a:schemeClr val="tx2"/>
          </a:solidFill>
        </a:defRPr>
      </a:lvl7pPr>
      <a:lvl8pPr eaLnBrk="1" hangingPunct="1">
        <a:defRPr>
          <a:solidFill>
            <a:schemeClr val="tx2"/>
          </a:solidFill>
        </a:defRPr>
      </a:lvl8pPr>
      <a:lvl9pPr eaLnBrk="1" hangingPunct="1">
        <a:defRPr>
          <a:solidFill>
            <a:schemeClr val="tx2"/>
          </a:solidFill>
        </a:defRPr>
      </a:lvl9pPr>
    </p:titleStyle>
    <p:bodyStyle>
      <a:lvl1pPr marL="342900" indent="-3429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2000" b="0" i="0" kern="1200">
          <a:solidFill>
            <a:schemeClr val="tx1"/>
          </a:solidFill>
          <a:latin typeface="+mj-lt"/>
          <a:ea typeface="+mj-ea"/>
          <a:cs typeface="+mj-cs"/>
        </a:defRPr>
      </a:lvl1pPr>
      <a:lvl2pPr marL="742950" indent="-28575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800" b="0" i="0" kern="1200">
          <a:solidFill>
            <a:schemeClr val="tx1"/>
          </a:solidFill>
          <a:latin typeface="+mj-lt"/>
          <a:ea typeface="+mj-ea"/>
          <a:cs typeface="+mj-cs"/>
        </a:defRPr>
      </a:lvl2pPr>
      <a:lvl3pPr marL="1143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600" b="0" i="0" kern="1200">
          <a:solidFill>
            <a:schemeClr val="tx1"/>
          </a:solidFill>
          <a:latin typeface="+mj-lt"/>
          <a:ea typeface="+mj-ea"/>
          <a:cs typeface="+mj-cs"/>
        </a:defRPr>
      </a:lvl3pPr>
      <a:lvl4pPr marL="1600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4pPr>
      <a:lvl5pPr marL="20574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5pPr>
      <a:lvl6pPr marL="2506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6pPr>
      <a:lvl7pPr marL="29718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7pPr>
      <a:lvl8pPr marL="34290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8pPr>
      <a:lvl9pPr marL="3886200" indent="-228600" algn="l" defTabSz="457200" rtl="0" eaLnBrk="1" latinLnBrk="0" hangingPunct="1">
        <a:spcBef>
          <a:spcPts val="1000"/>
        </a:spcBef>
        <a:spcAft>
          <a:spcPts val="0"/>
        </a:spcAft>
        <a:buClr>
          <a:schemeClr val="bg2">
            <a:lumMod val="40000"/>
            <a:lumOff val="60000"/>
          </a:schemeClr>
        </a:buClr>
        <a:buSzPct val="80000"/>
        <a:buFont typeface="Wingdings 3" charset="2"/>
        <a:buChar char=""/>
        <a:defRPr sz="1400" b="0" i="0" kern="1200">
          <a:solidFill>
            <a:schemeClr val="tx1"/>
          </a:solidFill>
          <a:latin typeface="+mj-lt"/>
          <a:ea typeface="+mj-ea"/>
          <a:cs typeface="+mj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8A95CC0B-F3D1-18C7-EC06-9CBABF2058C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319547" y="1731041"/>
            <a:ext cx="8825658" cy="1247797"/>
          </a:xfrm>
        </p:spPr>
        <p:txBody>
          <a:bodyPr/>
          <a:lstStyle/>
          <a:p>
            <a:r>
              <a:rPr lang="ru-RU" dirty="0"/>
              <a:t>ИГРА </a:t>
            </a:r>
            <a:r>
              <a:rPr lang="en-US" dirty="0"/>
              <a:t>Wordle</a:t>
            </a:r>
            <a:endParaRPr lang="ru-RU" dirty="0"/>
          </a:p>
        </p:txBody>
      </p:sp>
      <p:sp>
        <p:nvSpPr>
          <p:cNvPr id="3" name="Подзаголовок 2">
            <a:extLst>
              <a:ext uri="{FF2B5EF4-FFF2-40B4-BE49-F238E27FC236}">
                <a16:creationId xmlns:a16="http://schemas.microsoft.com/office/drawing/2014/main" id="{9C841857-448A-40F9-D1C6-54F7594C2D22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668512" y="5159099"/>
            <a:ext cx="3433508" cy="1247797"/>
          </a:xfrm>
        </p:spPr>
        <p:txBody>
          <a:bodyPr/>
          <a:lstStyle/>
          <a:p>
            <a:r>
              <a:rPr lang="ru-RU" dirty="0"/>
              <a:t>Выполнил : Коновальцев Егор </a:t>
            </a:r>
            <a:r>
              <a:rPr lang="ru-RU" dirty="0" err="1"/>
              <a:t>сергеевич</a:t>
            </a:r>
            <a:r>
              <a:rPr lang="ru-RU" dirty="0"/>
              <a:t> </a:t>
            </a:r>
          </a:p>
        </p:txBody>
      </p:sp>
    </p:spTree>
    <p:extLst>
      <p:ext uri="{BB962C8B-B14F-4D97-AF65-F5344CB8AC3E}">
        <p14:creationId xmlns:p14="http://schemas.microsoft.com/office/powerpoint/2010/main" val="427203582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3EACFB8-7798-3EB9-0B72-E25758D6F0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ru-RU" dirty="0"/>
              <a:t> 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CA7ED09C-70B6-2C0D-4CCC-255A0AEFFB8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179768" y="324702"/>
            <a:ext cx="9009951" cy="5600610"/>
          </a:xfrm>
        </p:spPr>
        <p:txBody>
          <a:bodyPr>
            <a:normAutofit lnSpcReduction="10000"/>
          </a:bodyPr>
          <a:lstStyle/>
          <a:p>
            <a:r>
              <a:rPr lang="ru-RU" sz="4800" dirty="0">
                <a:solidFill>
                  <a:schemeClr val="tx1">
                    <a:lumMod val="95000"/>
                  </a:schemeClr>
                </a:solidFill>
              </a:rPr>
              <a:t>Цели</a:t>
            </a:r>
            <a:r>
              <a:rPr lang="en-US" sz="4800" dirty="0">
                <a:solidFill>
                  <a:schemeClr val="tx1">
                    <a:lumMod val="95000"/>
                  </a:schemeClr>
                </a:solidFill>
              </a:rPr>
              <a:t>: </a:t>
            </a:r>
            <a:r>
              <a:rPr lang="ru-RU" sz="4800" dirty="0">
                <a:solidFill>
                  <a:schemeClr val="tx1">
                    <a:lumMod val="95000"/>
                  </a:schemeClr>
                </a:solidFill>
              </a:rPr>
              <a:t>создать игру</a:t>
            </a:r>
            <a:r>
              <a:rPr lang="en-US" sz="4800" dirty="0">
                <a:solidFill>
                  <a:schemeClr val="tx1">
                    <a:lumMod val="95000"/>
                  </a:schemeClr>
                </a:solidFill>
              </a:rPr>
              <a:t> Wordle, </a:t>
            </a:r>
            <a:r>
              <a:rPr lang="ru-RU" sz="4800" dirty="0">
                <a:solidFill>
                  <a:schemeClr val="tx1">
                    <a:lumMod val="95000"/>
                  </a:schemeClr>
                </a:solidFill>
              </a:rPr>
              <a:t>закрепить свои навыки владения языком программирования </a:t>
            </a:r>
            <a:r>
              <a:rPr lang="en-US" sz="4800" dirty="0">
                <a:solidFill>
                  <a:schemeClr val="tx1">
                    <a:lumMod val="95000"/>
                  </a:schemeClr>
                </a:solidFill>
              </a:rPr>
              <a:t>Python, </a:t>
            </a:r>
            <a:r>
              <a:rPr lang="ru-RU" sz="4800" dirty="0">
                <a:solidFill>
                  <a:schemeClr val="tx1">
                    <a:lumMod val="95000"/>
                  </a:schemeClr>
                </a:solidFill>
              </a:rPr>
              <a:t>а также освоить библиотеку для создания оконных приложений </a:t>
            </a:r>
            <a:r>
              <a:rPr lang="en-US" sz="4800" dirty="0">
                <a:solidFill>
                  <a:schemeClr val="tx1">
                    <a:lumMod val="95000"/>
                  </a:schemeClr>
                </a:solidFill>
              </a:rPr>
              <a:t>PyQt6.</a:t>
            </a:r>
            <a:endParaRPr lang="ru-RU" sz="4800" dirty="0">
              <a:solidFill>
                <a:schemeClr val="tx1">
                  <a:lumMod val="95000"/>
                </a:schemeClr>
              </a:solidFill>
            </a:endParaRPr>
          </a:p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319036594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64E1379-0A2C-B324-C819-D634C670D8E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56477" y="452718"/>
            <a:ext cx="9694358" cy="1400530"/>
          </a:xfrm>
        </p:spPr>
        <p:txBody>
          <a:bodyPr/>
          <a:lstStyle/>
          <a:p>
            <a:r>
              <a:rPr lang="ru-RU" dirty="0"/>
              <a:t>Примеры победы и проигрыша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9FDAAA9-7561-4CC0-BA66-EFE871ECE03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  <p:pic>
        <p:nvPicPr>
          <p:cNvPr id="5" name="Рисунок 4">
            <a:extLst>
              <a:ext uri="{FF2B5EF4-FFF2-40B4-BE49-F238E27FC236}">
                <a16:creationId xmlns:a16="http://schemas.microsoft.com/office/drawing/2014/main" id="{5D79337D-A2D0-0472-73D5-6450D902012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8612" y="1593566"/>
            <a:ext cx="5685623" cy="4195481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3F8687EA-399E-D340-3774-CAE4B5BA6B2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95633" y="1593566"/>
            <a:ext cx="5685623" cy="41954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85021881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688943AD-82D1-0893-5CF4-B9155044FB8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9780" y="443574"/>
            <a:ext cx="10353524" cy="1504098"/>
          </a:xfrm>
        </p:spPr>
        <p:txBody>
          <a:bodyPr/>
          <a:lstStyle/>
          <a:p>
            <a:r>
              <a:rPr lang="ru-RU" dirty="0"/>
              <a:t>Другие примеры игрового процесса</a:t>
            </a:r>
          </a:p>
        </p:txBody>
      </p:sp>
      <p:pic>
        <p:nvPicPr>
          <p:cNvPr id="5" name="Объект 4">
            <a:extLst>
              <a:ext uri="{FF2B5EF4-FFF2-40B4-BE49-F238E27FC236}">
                <a16:creationId xmlns:a16="http://schemas.microsoft.com/office/drawing/2014/main" id="{7940239F-8763-04B6-F521-725343C0D9BB}"/>
              </a:ext>
            </a:extLst>
          </p:cNvPr>
          <p:cNvPicPr>
            <a:picLocks noGrp="1" noChangeAspect="1"/>
          </p:cNvPicPr>
          <p:nvPr>
            <p:ph idx="1"/>
          </p:nvPr>
        </p:nvPicPr>
        <p:blipFill>
          <a:blip r:embed="rId2"/>
          <a:stretch>
            <a:fillRect/>
          </a:stretch>
        </p:blipFill>
        <p:spPr>
          <a:xfrm>
            <a:off x="204915" y="1691360"/>
            <a:ext cx="5891085" cy="4723066"/>
          </a:xfrm>
          <a:prstGeom prst="rect">
            <a:avLst/>
          </a:prstGeom>
        </p:spPr>
      </p:pic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85ACD96-D99F-3A39-8819-1C3D3F457C1D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21135" y="1691360"/>
            <a:ext cx="5683692" cy="465457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80377842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0600D533-00D9-4166-B5C5-6A4DDDDD855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6111" y="452718"/>
            <a:ext cx="9531161" cy="1400530"/>
          </a:xfrm>
        </p:spPr>
        <p:txBody>
          <a:bodyPr/>
          <a:lstStyle/>
          <a:p>
            <a:r>
              <a:rPr lang="ru-RU" dirty="0"/>
              <a:t>Внутренние строение программы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084B3E42-1E6E-B4FD-D48B-075EC6DD070B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6639568" y="2157984"/>
            <a:ext cx="4654893" cy="3931920"/>
          </a:xfrm>
        </p:spPr>
        <p:txBody>
          <a:bodyPr/>
          <a:lstStyle/>
          <a:p>
            <a:endParaRPr lang="ru-RU" dirty="0"/>
          </a:p>
          <a:p>
            <a:endParaRPr lang="ru-RU" dirty="0"/>
          </a:p>
          <a:p>
            <a:pPr marL="0" indent="0">
              <a:buNone/>
            </a:pPr>
            <a:endParaRPr lang="ru-RU" dirty="0"/>
          </a:p>
          <a:p>
            <a:r>
              <a:rPr lang="ru-RU" dirty="0"/>
              <a:t>Инициализация игрового окна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C6863C75-6A39-77D7-1DD0-0770BECFC06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89055" y="1521276"/>
            <a:ext cx="5993457" cy="513074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56156756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C2E639AE-ADBE-8574-0931-A7731F6B1A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553135" y="416142"/>
            <a:ext cx="4712273" cy="1400530"/>
          </a:xfrm>
        </p:spPr>
        <p:txBody>
          <a:bodyPr/>
          <a:lstStyle/>
          <a:p>
            <a:r>
              <a:rPr lang="ru-RU" sz="2400" dirty="0"/>
              <a:t>Заполнение множества всех существующих слов из 5 букв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41111689-C7F5-2006-4D98-8B411F731851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7121960" y="3182050"/>
            <a:ext cx="3055909" cy="1822703"/>
          </a:xfrm>
        </p:spPr>
        <p:txBody>
          <a:bodyPr/>
          <a:lstStyle/>
          <a:p>
            <a:r>
              <a:rPr lang="ru-RU" dirty="0"/>
              <a:t>чтение и запись в базу данных угаданных слов</a:t>
            </a:r>
          </a:p>
        </p:txBody>
      </p:sp>
      <p:pic>
        <p:nvPicPr>
          <p:cNvPr id="7" name="Рисунок 6">
            <a:extLst>
              <a:ext uri="{FF2B5EF4-FFF2-40B4-BE49-F238E27FC236}">
                <a16:creationId xmlns:a16="http://schemas.microsoft.com/office/drawing/2014/main" id="{158CB216-04E2-604C-3AB7-DA9818941C5A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59669" y="1995660"/>
            <a:ext cx="6606849" cy="4195481"/>
          </a:xfrm>
          <a:prstGeom prst="rect">
            <a:avLst/>
          </a:prstGeom>
        </p:spPr>
      </p:pic>
      <p:pic>
        <p:nvPicPr>
          <p:cNvPr id="9" name="Рисунок 8">
            <a:extLst>
              <a:ext uri="{FF2B5EF4-FFF2-40B4-BE49-F238E27FC236}">
                <a16:creationId xmlns:a16="http://schemas.microsoft.com/office/drawing/2014/main" id="{27A8603B-AF40-65D5-FCD1-19E2EC93E1E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9669" y="495323"/>
            <a:ext cx="6302026" cy="124216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7489072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Заголовок 1">
            <a:extLst>
              <a:ext uri="{FF2B5EF4-FFF2-40B4-BE49-F238E27FC236}">
                <a16:creationId xmlns:a16="http://schemas.microsoft.com/office/drawing/2014/main" id="{A7649B28-881B-18A5-5ACB-34C8B952E6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992602" y="2750128"/>
            <a:ext cx="9404723" cy="1400530"/>
          </a:xfrm>
        </p:spPr>
        <p:txBody>
          <a:bodyPr/>
          <a:lstStyle/>
          <a:p>
            <a:r>
              <a:rPr lang="ru-RU" dirty="0"/>
              <a:t>Спасибо за внимание !!!</a:t>
            </a:r>
          </a:p>
        </p:txBody>
      </p:sp>
      <p:sp>
        <p:nvSpPr>
          <p:cNvPr id="3" name="Объект 2">
            <a:extLst>
              <a:ext uri="{FF2B5EF4-FFF2-40B4-BE49-F238E27FC236}">
                <a16:creationId xmlns:a16="http://schemas.microsoft.com/office/drawing/2014/main" id="{DC403F2D-7215-F0E0-0000-4592508B0092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endParaRPr lang="ru-RU" dirty="0"/>
          </a:p>
        </p:txBody>
      </p:sp>
    </p:spTree>
    <p:extLst>
      <p:ext uri="{BB962C8B-B14F-4D97-AF65-F5344CB8AC3E}">
        <p14:creationId xmlns:p14="http://schemas.microsoft.com/office/powerpoint/2010/main" val="630937915"/>
      </p:ext>
    </p:extLst>
  </p:cSld>
  <p:clrMapOvr>
    <a:masterClrMapping/>
  </p:clrMapOvr>
</p:sld>
</file>

<file path=ppt/theme/_rels/them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1.jpeg"/></Relationships>
</file>

<file path=ppt/theme/theme1.xml><?xml version="1.0" encoding="utf-8"?>
<a:theme xmlns:a="http://schemas.openxmlformats.org/drawingml/2006/main" name="Ион">
  <a:themeElements>
    <a:clrScheme name="Ион">
      <a:dk1>
        <a:sysClr val="windowText" lastClr="000000"/>
      </a:dk1>
      <a:lt1>
        <a:sysClr val="window" lastClr="FFFFFF"/>
      </a:lt1>
      <a:dk2>
        <a:srgbClr val="1E5155"/>
      </a:dk2>
      <a:lt2>
        <a:srgbClr val="EBEBEB"/>
      </a:lt2>
      <a:accent1>
        <a:srgbClr val="B01513"/>
      </a:accent1>
      <a:accent2>
        <a:srgbClr val="EA6312"/>
      </a:accent2>
      <a:accent3>
        <a:srgbClr val="E6B729"/>
      </a:accent3>
      <a:accent4>
        <a:srgbClr val="6AAC90"/>
      </a:accent4>
      <a:accent5>
        <a:srgbClr val="54849A"/>
      </a:accent5>
      <a:accent6>
        <a:srgbClr val="9E5E9B"/>
      </a:accent6>
      <a:hlink>
        <a:srgbClr val="58C1BA"/>
      </a:hlink>
      <a:folHlink>
        <a:srgbClr val="9DFFCB"/>
      </a:folHlink>
    </a:clrScheme>
    <a:fontScheme name="Ион">
      <a:maj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entury Gothic" panose="020B0502020202020204"/>
        <a:ea typeface=""/>
        <a:cs typeface=""/>
        <a:font script="Jpan" typeface="メイリオ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Ион">
      <a:fillStyleLst>
        <a:solidFill>
          <a:schemeClr val="phClr"/>
        </a:solidFill>
        <a:gradFill rotWithShape="1">
          <a:gsLst>
            <a:gs pos="0">
              <a:schemeClr val="phClr">
                <a:tint val="64000"/>
                <a:lumMod val="118000"/>
              </a:schemeClr>
            </a:gs>
            <a:gs pos="100000">
              <a:schemeClr val="phClr">
                <a:tint val="92000"/>
                <a:alpha val="100000"/>
                <a:lumMod val="110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8000"/>
                <a:lumMod val="114000"/>
              </a:schemeClr>
            </a:gs>
            <a:gs pos="100000">
              <a:schemeClr val="phClr">
                <a:shade val="90000"/>
                <a:lumMod val="84000"/>
              </a:schemeClr>
            </a:gs>
          </a:gsLst>
          <a:lin ang="5400000" scaled="0"/>
        </a:gradFill>
      </a:fillStyleLst>
      <a:lnStyleLst>
        <a:ln w="9525" cap="rnd" cmpd="sng" algn="ctr">
          <a:solidFill>
            <a:schemeClr val="phClr"/>
          </a:solidFill>
          <a:prstDash val="solid"/>
        </a:ln>
        <a:ln w="19050" cap="rnd" cmpd="sng" algn="ctr">
          <a:solidFill>
            <a:schemeClr val="phClr"/>
          </a:solidFill>
          <a:prstDash val="solid"/>
        </a:ln>
        <a:ln w="28575" cap="rnd" cmpd="sng" algn="ctr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>
            <a:outerShdw blurRad="38100" dist="25400" dir="5400000" rotWithShape="0">
              <a:srgbClr val="000000">
                <a:alpha val="45000"/>
              </a:srgbClr>
            </a:outerShdw>
          </a:effectLst>
        </a:effectStyle>
        <a:effectStyle>
          <a:effectLst>
            <a:outerShdw blurRad="63500" dist="38100" dir="5400000" rotWithShape="0">
              <a:srgbClr val="000000">
                <a:alpha val="60000"/>
              </a:srgbClr>
            </a:outerShdw>
          </a:effectLst>
          <a:scene3d>
            <a:camera prst="orthographicFront">
              <a:rot lat="0" lon="0" rev="0"/>
            </a:camera>
            <a:lightRig rig="threePt" dir="tl"/>
          </a:scene3d>
          <a:sp3d prstMaterial="plastic">
            <a:bevelT w="0" h="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97000"/>
                <a:hueMod val="88000"/>
                <a:satMod val="130000"/>
                <a:lumMod val="124000"/>
              </a:schemeClr>
            </a:gs>
            <a:gs pos="100000">
              <a:schemeClr val="phClr">
                <a:tint val="96000"/>
                <a:shade val="88000"/>
                <a:hueMod val="108000"/>
                <a:satMod val="164000"/>
                <a:lumMod val="76000"/>
              </a:schemeClr>
            </a:gs>
          </a:gsLst>
          <a:path path="circle">
            <a:fillToRect l="45000" t="65000" r="125000" b="100000"/>
          </a:path>
        </a:gradFill>
        <a:blipFill rotWithShape="1">
          <a:blip xmlns:r="http://schemas.openxmlformats.org/officeDocument/2006/relationships" r:embed="rId1">
            <a:duotone>
              <a:schemeClr val="phClr">
                <a:shade val="69000"/>
                <a:hueMod val="108000"/>
                <a:satMod val="164000"/>
                <a:lumMod val="74000"/>
              </a:schemeClr>
              <a:schemeClr val="phClr">
                <a:tint val="96000"/>
                <a:hueMod val="88000"/>
                <a:satMod val="140000"/>
                <a:lumMod val="132000"/>
              </a:schemeClr>
            </a:duotone>
          </a:blip>
          <a:stretch/>
        </a:blip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Ion" id="{B8441ADB-2E43-4AF7-B97A-BD870242C6A8}" vid="{292E63A9-BB86-4E3D-B92A-7223C6510D2E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Ion</Template>
  <TotalTime>30</TotalTime>
  <Words>66</Words>
  <Application>Microsoft Office PowerPoint</Application>
  <PresentationFormat>Широкоэкранный</PresentationFormat>
  <Paragraphs>14</Paragraphs>
  <Slides>7</Slides>
  <Notes>0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7</vt:i4>
      </vt:variant>
    </vt:vector>
  </HeadingPairs>
  <TitlesOfParts>
    <vt:vector size="10" baseType="lpstr">
      <vt:lpstr>Century Gothic</vt:lpstr>
      <vt:lpstr>Wingdings 3</vt:lpstr>
      <vt:lpstr>Ион</vt:lpstr>
      <vt:lpstr>ИГРА Wordle</vt:lpstr>
      <vt:lpstr> </vt:lpstr>
      <vt:lpstr>Примеры победы и проигрыша</vt:lpstr>
      <vt:lpstr>Другие примеры игрового процесса</vt:lpstr>
      <vt:lpstr>Внутренние строение программы</vt:lpstr>
      <vt:lpstr>Заполнение множества всех существующих слов из 5 букв</vt:lpstr>
      <vt:lpstr>Спасибо за внимание !!!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Егор Коновальцев</dc:creator>
  <cp:lastModifiedBy>Егор Коновальцев</cp:lastModifiedBy>
  <cp:revision>1</cp:revision>
  <dcterms:created xsi:type="dcterms:W3CDTF">2025-11-24T16:45:49Z</dcterms:created>
  <dcterms:modified xsi:type="dcterms:W3CDTF">2025-11-24T17:16:33Z</dcterms:modified>
</cp:coreProperties>
</file>