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96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387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89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08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780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808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547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606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513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475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007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2322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315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8087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629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77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7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115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95CC0B-F3D1-18C7-EC06-9CBABF205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9547" y="1731041"/>
            <a:ext cx="8825658" cy="1247797"/>
          </a:xfrm>
        </p:spPr>
        <p:txBody>
          <a:bodyPr/>
          <a:lstStyle/>
          <a:p>
            <a:r>
              <a:rPr lang="ru-RU" dirty="0"/>
              <a:t>ИГРА </a:t>
            </a:r>
            <a:r>
              <a:rPr lang="en-US" dirty="0"/>
              <a:t>Wordle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C841857-448A-40F9-D1C6-54F7594C2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8512" y="5159099"/>
            <a:ext cx="3433508" cy="1247797"/>
          </a:xfrm>
        </p:spPr>
        <p:txBody>
          <a:bodyPr/>
          <a:lstStyle/>
          <a:p>
            <a:r>
              <a:rPr lang="ru-RU" dirty="0"/>
              <a:t>Выполнил : Коновальцев Егор </a:t>
            </a:r>
            <a:r>
              <a:rPr lang="ru-RU" dirty="0" err="1"/>
              <a:t>сергеевич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2035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EACFB8-7798-3EB9-0B72-E25758D6F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7ED09C-70B6-2C0D-4CCC-255A0AEFF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768" y="324702"/>
            <a:ext cx="9009951" cy="5600610"/>
          </a:xfrm>
        </p:spPr>
        <p:txBody>
          <a:bodyPr>
            <a:normAutofit lnSpcReduction="10000"/>
          </a:bodyPr>
          <a:lstStyle/>
          <a:p>
            <a:r>
              <a:rPr lang="ru-RU" sz="4800" dirty="0">
                <a:solidFill>
                  <a:schemeClr val="tx1">
                    <a:lumMod val="95000"/>
                  </a:schemeClr>
                </a:solidFill>
              </a:rPr>
              <a:t>Цели</a:t>
            </a:r>
            <a:r>
              <a:rPr lang="en-US" sz="4800" dirty="0">
                <a:solidFill>
                  <a:schemeClr val="tx1">
                    <a:lumMod val="95000"/>
                  </a:schemeClr>
                </a:solidFill>
              </a:rPr>
              <a:t>: </a:t>
            </a:r>
            <a:r>
              <a:rPr lang="ru-RU" sz="4800" dirty="0">
                <a:solidFill>
                  <a:schemeClr val="tx1">
                    <a:lumMod val="95000"/>
                  </a:schemeClr>
                </a:solidFill>
              </a:rPr>
              <a:t>создать игру</a:t>
            </a:r>
            <a:r>
              <a:rPr lang="en-US" sz="4800" dirty="0">
                <a:solidFill>
                  <a:schemeClr val="tx1">
                    <a:lumMod val="95000"/>
                  </a:schemeClr>
                </a:solidFill>
              </a:rPr>
              <a:t> Wordle, </a:t>
            </a:r>
            <a:r>
              <a:rPr lang="ru-RU" sz="4800" dirty="0">
                <a:solidFill>
                  <a:schemeClr val="tx1">
                    <a:lumMod val="95000"/>
                  </a:schemeClr>
                </a:solidFill>
              </a:rPr>
              <a:t>закрепить свои навыки владения языком программирования </a:t>
            </a:r>
            <a:r>
              <a:rPr lang="en-US" sz="4800" dirty="0">
                <a:solidFill>
                  <a:schemeClr val="tx1">
                    <a:lumMod val="95000"/>
                  </a:schemeClr>
                </a:solidFill>
              </a:rPr>
              <a:t>Python, </a:t>
            </a:r>
            <a:r>
              <a:rPr lang="ru-RU" sz="4800" dirty="0">
                <a:solidFill>
                  <a:schemeClr val="tx1">
                    <a:lumMod val="95000"/>
                  </a:schemeClr>
                </a:solidFill>
              </a:rPr>
              <a:t>а также освоить библиотеку для создания оконных приложений </a:t>
            </a:r>
            <a:r>
              <a:rPr lang="en-US" sz="4800" dirty="0">
                <a:solidFill>
                  <a:schemeClr val="tx1">
                    <a:lumMod val="95000"/>
                  </a:schemeClr>
                </a:solidFill>
              </a:rPr>
              <a:t>PyQt6.</a:t>
            </a:r>
            <a:endParaRPr lang="ru-RU" sz="4800" dirty="0">
              <a:solidFill>
                <a:schemeClr val="tx1">
                  <a:lumMod val="9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036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E1379-0A2C-B324-C819-D634C670D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77" y="452718"/>
            <a:ext cx="9694358" cy="1400530"/>
          </a:xfrm>
        </p:spPr>
        <p:txBody>
          <a:bodyPr/>
          <a:lstStyle/>
          <a:p>
            <a:r>
              <a:rPr lang="ru-RU" dirty="0"/>
              <a:t>Примеры победы и проигрыша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FDAAA9-7561-4CC0-BA66-EFE871ECE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79337D-A2D0-0472-73D5-6450D9020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12" y="1593566"/>
            <a:ext cx="5685623" cy="419548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8687EA-399E-D340-3774-CAE4B5BA6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633" y="1593566"/>
            <a:ext cx="5685623" cy="41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943AD-82D1-0893-5CF4-B9155044F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80" y="443574"/>
            <a:ext cx="10353524" cy="1504098"/>
          </a:xfrm>
        </p:spPr>
        <p:txBody>
          <a:bodyPr/>
          <a:lstStyle/>
          <a:p>
            <a:r>
              <a:rPr lang="ru-RU" dirty="0"/>
              <a:t>Другие примеры игрового процесса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940239F-8763-04B6-F521-725343C0D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915" y="1691360"/>
            <a:ext cx="5891085" cy="472306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85ACD96-D99F-3A39-8819-1C3D3F457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135" y="1691360"/>
            <a:ext cx="5683692" cy="465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778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0D533-00D9-4166-B5C5-6A4DDDDD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31161" cy="1400530"/>
          </a:xfrm>
        </p:spPr>
        <p:txBody>
          <a:bodyPr/>
          <a:lstStyle/>
          <a:p>
            <a:r>
              <a:rPr lang="ru-RU" dirty="0"/>
              <a:t>Внутренние строение 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4B3E42-1E6E-B4FD-D48B-075EC6DD0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9568" y="2157984"/>
            <a:ext cx="4654893" cy="3931920"/>
          </a:xfrm>
        </p:spPr>
        <p:txBody>
          <a:bodyPr/>
          <a:lstStyle/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Инициализация игрового окна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6863C75-6A39-77D7-1DD0-0770BECFC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55" y="1521276"/>
            <a:ext cx="5993457" cy="513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156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AC7FE-7FBE-DF03-760B-E54E5AC8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интерфейса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FA6378D-8D34-E606-40DC-47BF95FD4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312" y="1353312"/>
            <a:ext cx="7416319" cy="5358384"/>
          </a:xfrm>
        </p:spPr>
      </p:pic>
    </p:spTree>
    <p:extLst>
      <p:ext uri="{BB962C8B-B14F-4D97-AF65-F5344CB8AC3E}">
        <p14:creationId xmlns:p14="http://schemas.microsoft.com/office/powerpoint/2010/main" val="679697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E639AE-ADBE-8574-0931-A7731F6B1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135" y="416142"/>
            <a:ext cx="4712273" cy="1400530"/>
          </a:xfrm>
        </p:spPr>
        <p:txBody>
          <a:bodyPr/>
          <a:lstStyle/>
          <a:p>
            <a:r>
              <a:rPr lang="ru-RU" sz="2400" dirty="0"/>
              <a:t>Заполнение множества всех существующих слов из 5 букв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111689-C7F5-2006-4D98-8B411F731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960" y="3182050"/>
            <a:ext cx="3055909" cy="1822703"/>
          </a:xfrm>
        </p:spPr>
        <p:txBody>
          <a:bodyPr/>
          <a:lstStyle/>
          <a:p>
            <a:r>
              <a:rPr lang="ru-RU" dirty="0"/>
              <a:t>чтение и запись в базу данных угаданных слов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58CB216-04E2-604C-3AB7-DA9818941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69" y="1995660"/>
            <a:ext cx="6606849" cy="419548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A8603B-AF40-65D5-FCD1-19E2EC93E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69" y="495323"/>
            <a:ext cx="6302026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89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49B28-881B-18A5-5ACB-34C8B952E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602" y="2750128"/>
            <a:ext cx="9404723" cy="1400530"/>
          </a:xfrm>
        </p:spPr>
        <p:txBody>
          <a:bodyPr/>
          <a:lstStyle/>
          <a:p>
            <a:r>
              <a:rPr lang="ru-RU" dirty="0"/>
              <a:t>Спасибо за внимание !!!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403F2D-7215-F0E0-0000-4592508B0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09379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36</TotalTime>
  <Words>68</Words>
  <Application>Microsoft Office PowerPoint</Application>
  <PresentationFormat>Широкоэкранный</PresentationFormat>
  <Paragraphs>15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Ион</vt:lpstr>
      <vt:lpstr>ИГРА Wordle</vt:lpstr>
      <vt:lpstr> </vt:lpstr>
      <vt:lpstr>Примеры победы и проигрыша</vt:lpstr>
      <vt:lpstr>Другие примеры игрового процесса</vt:lpstr>
      <vt:lpstr>Внутренние строение программы</vt:lpstr>
      <vt:lpstr>Инициализация интерфейса</vt:lpstr>
      <vt:lpstr>Заполнение множества всех существующих слов из 5 букв</vt:lpstr>
      <vt:lpstr>Спасибо за внимание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 Коновальцев</dc:creator>
  <cp:lastModifiedBy>Егор Коновальцев</cp:lastModifiedBy>
  <cp:revision>2</cp:revision>
  <dcterms:created xsi:type="dcterms:W3CDTF">2025-11-24T16:45:49Z</dcterms:created>
  <dcterms:modified xsi:type="dcterms:W3CDTF">2025-11-24T17:39:18Z</dcterms:modified>
</cp:coreProperties>
</file>